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ZyFront AI / ZyTrader Desktop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项目介绍与当前建设进展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774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面向本地可控 AI 工作台的桌面化实现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关键方向：Workbench + Vault 记忆体系 + ClawHub 技能生态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1. 项目定位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统一人类笔记、Agent 记忆与开发工作流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774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0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10241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• 桌面端内置 Workbench：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集成终端、编辑器、任务拆解与记忆面板
</a:t>
            </a:r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• Vault 目录规范：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统一管理 INBOX / HUMAN-NOTES / AGENT-MEMORY / PROJECTS / RESOURCES
</a:t>
            </a:r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• 本地优先：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文件可见、可追溯、可备份，避免黑盒
</a:t>
            </a:r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• 可扩展：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通过工具、技能与规则引擎持续增强自动化能力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2. 核心架构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Electron 主进程 + Angular 前端 + 本地文件系统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774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9260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Desktop Shell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main.js / preload.js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IPC 能力桥接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终端与文件访问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29260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Workbench 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25146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Angular 页面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Monaco 编辑器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任务与记忆可视化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828800"/>
            <a:ext cx="29260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Local Vault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25146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Obsidian-Agent-Vault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标准目录与配置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记忆持久化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3. 当前进展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近期已落地能力（摘要）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774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1097280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Vault bootstrap / resolve IPC 已打通，支持标准目录初始化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Workbench 目录树支持固定结构展示与空目录提示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AgentMemoryService 已支持 short/long/context 读写更新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ClawHub 技能页已接入 CLI 搜索/安装/更新/日志展示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• 技能安装来源标注（builtin/custom/clawhub）已可视化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4. 下一步规划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稳定性、可观测性与生态扩展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7744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短期（1~2 周）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规则引擎声明式配置落地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memory tool 全链路回归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关键页面样式预算优化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中期（1~2 月）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2240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ClawHub 配置与鉴权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记忆检索增强（跨笔记/记忆）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项目级自动化规则模板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长期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2240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多 Agent 协同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云同步能力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• 记忆图谱可视化决策支持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ZyFront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ZyFront AI / ZyTrader Desktop 项目介绍</dc:title>
  <dc:subject>Project Introduction</dc:subject>
  <dc:creator>ZyTrader Desktop</dc:creator>
  <cp:lastModifiedBy>ZyTrader Desktop</cp:lastModifiedBy>
  <cp:revision>1</cp:revision>
  <dcterms:created xsi:type="dcterms:W3CDTF">2026-04-07T08:20:21Z</dcterms:created>
  <dcterms:modified xsi:type="dcterms:W3CDTF">2026-04-07T08:20:21Z</dcterms:modified>
</cp:coreProperties>
</file>