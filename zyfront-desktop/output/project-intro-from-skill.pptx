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Slide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ZyFront AI · Project Brief ZyTrader Desktop 项目介绍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Slide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项目目标与价值 AI 工作流统一入口 在单一界面中完成提问、执行、编辑、记忆回收。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Slide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系统架构概览 分层结构 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Slide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Vault 标准目录体系 00 INBOX human / agent 输入分流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Slide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当前能力进展（量化）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Slide 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ClawHub 技能管理闭环 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Slide 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下一阶段路线图 Phase A 稳定性加固 • 构建预算与样式治理 • 类型约束统一收敛 • 异常日志规范化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Exported from HTML presentation</dc:subject>
  <dc:creator>ZyTrader Desktop</dc:creator>
  <cp:lastModifiedBy>ZyTrader Desktop</cp:lastModifiedBy>
  <cp:revision>1</cp:revision>
  <dcterms:created xsi:type="dcterms:W3CDTF">2026-04-07T09:23:56Z</dcterms:created>
  <dcterms:modified xsi:type="dcterms:W3CDTF">2026-04-07T09:23:56Z</dcterms:modified>
</cp:coreProperties>
</file>